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">
            <a:off x="-1371600" y="365760"/>
            <a:ext cx="2011680" cy="54864"/>
          </a:xfrm>
          <a:prstGeom prst="rect">
            <a:avLst/>
          </a:prstGeom>
          <a:solidFill>
            <a:srgbClr val="C81D25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-1005840" y="1645920"/>
            <a:ext cx="3200400" cy="54864"/>
          </a:xfrm>
          <a:prstGeom prst="rect">
            <a:avLst/>
          </a:prstGeom>
          <a:solidFill>
            <a:srgbClr val="FF3B30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080000">
            <a:off x="-1371600" y="2377440"/>
            <a:ext cx="4389120" cy="54864"/>
          </a:xfrm>
          <a:prstGeom prst="rect">
            <a:avLst/>
          </a:prstGeom>
          <a:solidFill>
            <a:srgbClr val="C81D25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080000">
            <a:off x="-1005840" y="3657600"/>
            <a:ext cx="2011680" cy="54864"/>
          </a:xfrm>
          <a:prstGeom prst="rect">
            <a:avLst/>
          </a:prstGeom>
          <a:solidFill>
            <a:srgbClr val="FF3B30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1080000">
            <a:off x="-1371600" y="4389120"/>
            <a:ext cx="3200400" cy="54864"/>
          </a:xfrm>
          <a:prstGeom prst="rect">
            <a:avLst/>
          </a:prstGeom>
          <a:solidFill>
            <a:srgbClr val="C81D25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-1080000">
            <a:off x="-1005840" y="5669280"/>
            <a:ext cx="4389120" cy="54864"/>
          </a:xfrm>
          <a:prstGeom prst="rect">
            <a:avLst/>
          </a:prstGeom>
          <a:solidFill>
            <a:srgbClr val="FF3B30">
              <a:alpha val="6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MAVZU TAQDIMOTI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SPORT OLAMI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 uning inson hayotidagi o‘rni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3840480" cy="77724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3A3A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4315968"/>
            <a:ext cx="502920" cy="457200"/>
          </a:xfrm>
          <a:prstGeom prst="rect">
            <a:avLst/>
          </a:prstGeom>
          <a:solidFill>
            <a:srgbClr val="C81D25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3159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4279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Boynazarova Maqsuda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553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Loyiha muallifi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1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NAZARIY ASOS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2011680" cy="4572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414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Sport — </a:t>
            </a:r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5C5F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insonning jismoniy va irodaviy sifatlarini rivojlantirishga qaratilgan, qoidalar asosida tashkil etiladigan musobaqa va mashg‘ulotlar tizimi.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nafaqat tanani chiniqtiradi, balki intizom, jamoaviylik va g‘alaba uchun kurashish ruhini ham tarbiyalaydi. Hozirgi kunda sport nafaqat sog‘lom turmush tarzi vositasi, balki millionlab odamlarni birlashtiruvchi ijtimoiy hodisadir.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424160" y="0"/>
            <a:ext cx="1764792" cy="685800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0" y="60350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14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SPORT TARIXI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Qadim zamonlardan zamonaviy Olimpiadagacha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3246120"/>
            <a:ext cx="10149840" cy="27432"/>
          </a:xfrm>
          <a:prstGeom prst="rect">
            <a:avLst/>
          </a:prstGeom>
          <a:solidFill>
            <a:srgbClr val="E3DDD6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3127248"/>
            <a:ext cx="274320" cy="274320"/>
          </a:xfrm>
          <a:prstGeom prst="ellipse">
            <a:avLst/>
          </a:prstGeom>
          <a:solidFill>
            <a:srgbClr val="C81D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11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Milodiy av. 776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Birinchi Olimpiya o‘yinlari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Qadimgi Yunonistonda o‘tkazilgan ilk Olimpiya o‘yinlari.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0" y="3127248"/>
            <a:ext cx="274320" cy="274320"/>
          </a:xfrm>
          <a:prstGeom prst="ellipse">
            <a:avLst/>
          </a:prstGeom>
          <a:solidFill>
            <a:srgbClr val="C81D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11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1896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Zamonaviy Olimpiada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40690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Pyer de Kuberten tashabbusi bilan Afinada qayta tiklandi.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95360" y="3127248"/>
            <a:ext cx="274320" cy="274320"/>
          </a:xfrm>
          <a:prstGeom prst="ellipse">
            <a:avLst/>
          </a:prstGeom>
          <a:solidFill>
            <a:srgbClr val="C81D2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11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2010-y. — hozir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Raqamli sport davri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0" y="40690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Fitnes-treklar, tahlil va kibersport rivojlandi.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14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RIVOJLANISH BOSQICHLARI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606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737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81D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60120" y="26517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Qadimiy davr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329184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Nazariy asoslar va Olimpiya o‘yinlari yaratildi.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66160" y="1463040"/>
            <a:ext cx="2606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737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81D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794760" y="26517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Milliy sport turlari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94760" y="329184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 xalq o‘z milliy kurash turlarini shakllantirdi.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2606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37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81D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629400" y="26517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Tashkillashgan sport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329184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Federatsiya va xalqaro musobaqalar tizimi vujudga keldi.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35440" y="1463040"/>
            <a:ext cx="2606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1737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81D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464040" y="26517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Raqamli sport davri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64040" y="329184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Fitnes, tahlil va kibersport ommalashdi.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14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SPORT TURLARI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566160" cy="1965960"/>
          </a:xfrm>
          <a:prstGeom prst="rect">
            <a:avLst/>
          </a:prstGeom>
          <a:solidFill>
            <a:srgbClr val="F7F5F2"/>
          </a:solidFill>
          <a:ln w="12700">
            <a:solidFill>
              <a:srgbClr val="E3DD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399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1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32688" y="1709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Yugurish / yengil atletika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32688" y="2194560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Yurak-qon tomir tizimini mustahkamlaydi.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26280" y="1234440"/>
            <a:ext cx="3566160" cy="1965960"/>
          </a:xfrm>
          <a:prstGeom prst="rect">
            <a:avLst/>
          </a:prstGeom>
          <a:solidFill>
            <a:srgbClr val="F7F5F2"/>
          </a:solidFill>
          <a:ln w="12700">
            <a:solidFill>
              <a:srgbClr val="E3DD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27448" y="1399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1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JAMOAVIY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27448" y="1709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Futbol, voleybol, basketbol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27448" y="2194560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Hamkorlik va strategik fikrlashni rivojlantiradi.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21040" y="1234440"/>
            <a:ext cx="3566160" cy="1965960"/>
          </a:xfrm>
          <a:prstGeom prst="rect">
            <a:avLst/>
          </a:prstGeom>
          <a:solidFill>
            <a:srgbClr val="F7F5F2"/>
          </a:solidFill>
          <a:ln w="12700">
            <a:solidFill>
              <a:srgbClr val="E3DD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22208" y="1399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1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22208" y="17099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Kurash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522208" y="2194560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O‘zbekiston milliy sport turi.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429000"/>
            <a:ext cx="3566160" cy="1965960"/>
          </a:xfrm>
          <a:prstGeom prst="rect">
            <a:avLst/>
          </a:prstGeom>
          <a:solidFill>
            <a:srgbClr val="F7F5F2"/>
          </a:solidFill>
          <a:ln w="12700">
            <a:solidFill>
              <a:srgbClr val="E3DD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1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 SPORTI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2688" y="39044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Suzish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32688" y="4389120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Butun tana mushaklarini ishga soladi.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26280" y="3429000"/>
            <a:ext cx="3566160" cy="1965960"/>
          </a:xfrm>
          <a:prstGeom prst="rect">
            <a:avLst/>
          </a:prstGeom>
          <a:solidFill>
            <a:srgbClr val="F7F5F2"/>
          </a:solidFill>
          <a:ln w="12700">
            <a:solidFill>
              <a:srgbClr val="E3DD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1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SOG‘LOM TURMUSH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27448" y="39044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 va gimnastika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727448" y="4389120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Stressni kamaytiradi, tana holatini yaxshilaydi.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21040" y="3429000"/>
            <a:ext cx="3566160" cy="1965960"/>
          </a:xfrm>
          <a:prstGeom prst="rect">
            <a:avLst/>
          </a:prstGeom>
          <a:solidFill>
            <a:srgbClr val="F7F5F2"/>
          </a:solidFill>
          <a:ln w="12700">
            <a:solidFill>
              <a:srgbClr val="E3DD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22208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1D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ZAMONAVIY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22208" y="39044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Kibersport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522208" y="4389120"/>
            <a:ext cx="31638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Reaksiya tezligi va strategik fikrlashni oshiradi.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AFZALLIKLAR VA KAMCHILIKLAR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257800" cy="5166360"/>
          </a:xfrm>
          <a:prstGeom prst="rect">
            <a:avLst/>
          </a:prstGeom>
          <a:solidFill>
            <a:srgbClr val="F7F5F2"/>
          </a:solidFill>
          <a:ln w="12700">
            <a:solidFill>
              <a:srgbClr val="E3DD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11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 AFZALLIKLARI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Jismoniy salomatlik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2585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Yurak, mushak va tayanch-harakat tizimini mustahkamlaydi.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Ruhiy muvozanat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32186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va tashvishni kamaytiradi.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8862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Intizom va irodalilik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41788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Maqsadga intilishni o‘rgatadi.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48463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Jamoaviylik ruhi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51389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Hamkorlik va qo‘llab-quvvatlashni shakllantiradi.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188720"/>
            <a:ext cx="5257800" cy="5166360"/>
          </a:xfrm>
          <a:prstGeom prst="rect">
            <a:avLst/>
          </a:prstGeom>
          <a:solidFill>
            <a:srgbClr val="141416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 KAMCHILIKLARI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19659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Jarohat xavfi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22585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Noto‘g‘ri texnika shikastlanishga olib kelishi mumkin.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6520" y="29260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Psixologik bosim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6520" y="32186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Doimiy g‘alaba talabi charchoq keltiradi.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38862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Moliyaviy xarajat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41788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Jihoz va murabbiy xarajatlari yuqori bo‘lishi mumkin.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46520" y="48463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Dopping muammosi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46520" y="51389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A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Noqonuniy vositalardan foydalanish xavfi.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">
            <a:off x="-1371600" y="365760"/>
            <a:ext cx="2011680" cy="54864"/>
          </a:xfrm>
          <a:prstGeom prst="rect">
            <a:avLst/>
          </a:prstGeom>
          <a:solidFill>
            <a:srgbClr val="C81D25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-1005840" y="2148840"/>
            <a:ext cx="3200400" cy="54864"/>
          </a:xfrm>
          <a:prstGeom prst="rect">
            <a:avLst/>
          </a:prstGeom>
          <a:solidFill>
            <a:srgbClr val="FF3B30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080000">
            <a:off x="-1371600" y="3383280"/>
            <a:ext cx="4389120" cy="54864"/>
          </a:xfrm>
          <a:prstGeom prst="rect">
            <a:avLst/>
          </a:prstGeom>
          <a:solidFill>
            <a:srgbClr val="C81D25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080000">
            <a:off x="-1005840" y="5166360"/>
            <a:ext cx="2011680" cy="54864"/>
          </a:xfrm>
          <a:prstGeom prst="rect">
            <a:avLst/>
          </a:prstGeom>
          <a:solidFill>
            <a:srgbClr val="FF3B30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KELAJAKDAGI ISTIQBOLLAR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517904"/>
            <a:ext cx="384048" cy="384048"/>
          </a:xfrm>
          <a:prstGeom prst="ellipse">
            <a:avLst/>
          </a:prstGeom>
          <a:solidFill>
            <a:srgbClr val="C81D2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61872" y="1463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Aqlli kiyim va sensorlar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61872" y="1965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Sportchi holatini real vaqtda kuzatuvchi texnologiyalar.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517904"/>
            <a:ext cx="384048" cy="384048"/>
          </a:xfrm>
          <a:prstGeom prst="ellipse">
            <a:avLst/>
          </a:prstGeom>
          <a:solidFill>
            <a:srgbClr val="C81D25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56832" y="1463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va qo‘shilgan reallik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56832" y="1965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Mashg‘ulot va musobaqalarda VR/AR.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03904"/>
            <a:ext cx="384048" cy="384048"/>
          </a:xfrm>
          <a:prstGeom prst="ellipse">
            <a:avLst/>
          </a:prstGeom>
          <a:solidFill>
            <a:srgbClr val="C81D2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3749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Kibersportning o‘sishi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61872" y="4251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Rasmiy ligalar soni ortib bormoqda.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803904"/>
            <a:ext cx="384048" cy="384048"/>
          </a:xfrm>
          <a:prstGeom prst="ellipse">
            <a:avLst/>
          </a:prstGeom>
          <a:solidFill>
            <a:srgbClr val="C81D25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56832" y="3749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Inklyuziv sport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56832" y="42519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A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Nogironligi bo‘lgan insonlar uchun moslashtirilgan turlar.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">
            <a:off x="-1371600" y="365760"/>
            <a:ext cx="2011680" cy="54864"/>
          </a:xfrm>
          <a:prstGeom prst="rect">
            <a:avLst/>
          </a:prstGeom>
          <a:solidFill>
            <a:srgbClr val="C81D25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-1005840" y="1847088"/>
            <a:ext cx="3200400" cy="54864"/>
          </a:xfrm>
          <a:prstGeom prst="rect">
            <a:avLst/>
          </a:prstGeom>
          <a:solidFill>
            <a:srgbClr val="FF3B30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080000">
            <a:off x="-1371600" y="2779776"/>
            <a:ext cx="4389120" cy="54864"/>
          </a:xfrm>
          <a:prstGeom prst="rect">
            <a:avLst/>
          </a:prstGeom>
          <a:solidFill>
            <a:srgbClr val="C81D25">
              <a:alpha val="9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080000">
            <a:off x="-1005840" y="4261104"/>
            <a:ext cx="2011680" cy="54864"/>
          </a:xfrm>
          <a:prstGeom prst="rect">
            <a:avLst/>
          </a:prstGeom>
          <a:solidFill>
            <a:srgbClr val="FF3B30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1080000">
            <a:off x="-1371600" y="5193792"/>
            <a:ext cx="3200400" cy="54864"/>
          </a:xfrm>
          <a:prstGeom prst="rect">
            <a:avLst/>
          </a:prstGeom>
          <a:solidFill>
            <a:srgbClr val="C81D25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3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XULOSA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Sport — inson salomatligi, intizomi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 jamiyat birligini mustahkamlaydi.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C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Undan mas’uliyat bilan foydalanish, xavfsizlik qoidalariga rioya qilish va sog‘lom raqobat ruhini saqlash — zamonaviy sport madaniyatining asosidir.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1D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E’tiboringiz uchun rahmat!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Boynazarova Maqsuda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2026-08-10T06:04:16Z</dcterms:created>
  <dcterms:modified xsi:type="dcterms:W3CDTF">2026-08-10T06:04:16Z</dcterms:modified>
</cp:coreProperties>
</file>